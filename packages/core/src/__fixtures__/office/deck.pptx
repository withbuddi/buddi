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51435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</p:spPr>
        <p:txBody>
          <a:bodyPr/>
          <a:lstStyle/>
          <a:p>
            <a:r>
              <a:rPr lang="en-US" sz="2800"/>
              <a:t>Roadmap &amp; goals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</p:spPr>
        <p:txBody>
          <a:bodyPr/>
          <a:lstStyle/>
          <a:p>
            <a:r>
              <a:rPr lang="en-US" sz="2800"/>
              <a:t>Ship Office previews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</p:spPr>
        <p:txBody>
          <a:bodyPr/>
          <a:lstStyle/>
          <a:p>
            <a:r>
              <a:rPr lang="en-US" sz="2800"/>
              <a:t>Next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</p:spPr>
        <p:txBody>
          <a:bodyPr/>
          <a:lstStyle/>
          <a:p>
            <a:r>
              <a:rPr lang="en-US" sz="2800"/>
              <a:t>Round-trip editing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